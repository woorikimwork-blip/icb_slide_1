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슬라이드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 데이터셋 분석 및 시각화</a:t>
            </a:r>
          </a:p>
          <a:p>
            <a:pPr lvl="0"/>
            <a:r>
              <a:rPr b="1"/>
              <a:t>저자</a:t>
            </a:r>
            <a:r>
              <a:rPr/>
              <a:t>: GitHub Copilot</a:t>
            </a:r>
          </a:p>
          <a:p>
            <a:pPr lvl="0"/>
            <a:r>
              <a:rPr b="1"/>
              <a:t>날짜</a:t>
            </a:r>
            <a:r>
              <a:rPr/>
              <a:t>: 2025년 12월 23일</a:t>
            </a:r>
          </a:p>
          <a:p>
            <a:pPr lvl="0"/>
            <a:r>
              <a:rPr b="1"/>
              <a:t>내용</a:t>
            </a:r>
            <a:r>
              <a:rPr/>
              <a:t>: 데이터 로드, 분석, 시각화, 인사이트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형태</a:t>
            </a:r>
            <a:r>
              <a:rPr/>
              <a:t>: (344, 7)</a:t>
            </a:r>
          </a:p>
          <a:p>
            <a:pPr lvl="0"/>
            <a:r>
              <a:rPr b="1"/>
              <a:t>컬럼</a:t>
            </a:r>
            <a:r>
              <a:rPr/>
              <a:t>: species, island, bill_length_mm, bill_depth_mm, flipper_length_mm, body_mass_g, sex</a:t>
            </a:r>
          </a:p>
          <a:p>
            <a:pPr lvl="0"/>
            <a:r>
              <a:rPr b="1"/>
              <a:t>출처</a:t>
            </a:r>
            <a:r>
              <a:rPr/>
              <a:t>: Seaborn Penguins Dataset</a:t>
            </a:r>
          </a:p>
          <a:p>
            <a:pPr lvl="0"/>
            <a:r>
              <a:rPr b="1"/>
              <a:t>목적</a:t>
            </a:r>
            <a:r>
              <a:rPr/>
              <a:t>: 펭귄 종별 특성 분석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기본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43.9219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17.1512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200.915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4201.75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5.45958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1.97479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14.0617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801.955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39.225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정보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결측치가 적어 데이터 신뢰성이 높음. 성별에 결측치가 많아 분석 시 주의 필요.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1: 히스토그램 - 부리 길이</a:t>
            </a:r>
          </a:p>
        </p:txBody>
      </p:sp>
      <p:pic>
        <p:nvPicPr>
          <p:cNvPr descr="hist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 - 부리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평균 부리 길이 43.9mm. Adelie 종이 짧고 Gentoo가 긴 경향. 먹이 습성 차이 반영.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2: 히스토그램 - 부리 깊이</a:t>
            </a:r>
          </a:p>
        </p:txBody>
      </p:sp>
      <p:pic>
        <p:nvPicPr>
          <p:cNvPr descr="hist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 - 부리 깊이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평균 부리 깊이 17.15mm. Adelie가 깊고 Gentoo가 얕음. 포식 방식 차이 시사.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3: 히스토그램 - 플리퍼 길이</a:t>
            </a:r>
          </a:p>
        </p:txBody>
      </p:sp>
      <p:pic>
        <p:nvPicPr>
          <p:cNvPr descr="hist_flipper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 - 플리퍼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평균 플리퍼 길이 200.9mm. Gentoo가 가장 길어 수영 능력 우수. 생태적 적응.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4: 히스토그램 - 몸무게</a:t>
            </a:r>
          </a:p>
        </p:txBody>
      </p:sp>
      <p:pic>
        <p:nvPicPr>
          <p:cNvPr descr="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 - 몸무게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평균 몸무게 4201g. Gentoo가 무거워 에너지 저장 능력 높음. 서식지 자원 차이.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5: 박스플롯 - 부리 길이 by 종</a:t>
            </a:r>
          </a:p>
        </p:txBody>
      </p:sp>
      <p:pic>
        <p:nvPicPr>
          <p:cNvPr descr="box_bill_leng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박스플롯 - 부리 길이 by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Gentoo 부리 길이 가장 길고 Adelie 짧음. 종별 먹이원 차이. 이상치 적음.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6: 박스플롯 - 부리 깊이 by 종</a:t>
            </a:r>
          </a:p>
        </p:txBody>
      </p:sp>
      <p:pic>
        <p:nvPicPr>
          <p:cNvPr descr="box_bill_dep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박스플롯 - 부리 깊이 by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Adelie 부리 깊이 깊고 Gentoo 얕음. 진화적 적응. 분산 작아 일관성 높음.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7: 스캐터플롯 - 부리 길이 vs 깊이</a:t>
            </a:r>
          </a:p>
        </p:txBody>
      </p:sp>
      <p:pic>
        <p:nvPicPr>
          <p:cNvPr descr="scatter_bill_length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스캐터플롯 - 부리 길이 vs 깊이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약한 부정 상관. 종별 클러스터링 명확. 분류 모델에 유용.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8: 스캐터플롯 - 플리퍼 길이 vs 몸무게</a:t>
            </a:r>
          </a:p>
        </p:txBody>
      </p:sp>
      <p:pic>
        <p:nvPicPr>
          <p:cNvPr descr="scatter_flipper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스캐터플롯 - 플리퍼 길이 vs 몸무게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강한 양의 상관(0.87). 큰 펭귄 긴 플리퍼. 생물학적 scaling 법칙.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9: 바 차트 - 종별 개수</a:t>
            </a:r>
          </a:p>
        </p:txBody>
      </p:sp>
      <p:pic>
        <p:nvPicPr>
          <p:cNvPr descr="count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 차트 - 종별 개수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Adelie 152, Gentoo 124, Chinstrap 68. 서식지 선호도 반영.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10: 바 차트 - 평균 몸무게 by 종</a:t>
            </a:r>
          </a:p>
        </p:txBody>
      </p:sp>
      <p:pic>
        <p:nvPicPr>
          <p:cNvPr descr="bar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 차트 - 평균 몸무게 by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Gentoo 5076g로 가장 무거움. 종간 경쟁과 적응 이해.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11: 페어플롯</a:t>
            </a:r>
          </a:p>
        </p:txBody>
      </p:sp>
      <p:pic>
        <p:nvPicPr>
          <p:cNvPr descr="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2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변수 간 관계 종별 색상 구분. 상관관계 요약. 종합 분석에 유용.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12: 바이올린 플롯 - 부리 길이 by 종</a:t>
            </a:r>
          </a:p>
        </p:txBody>
      </p:sp>
      <p:pic>
        <p:nvPicPr>
          <p:cNvPr descr="violin_bill_leng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바이올린 플롯 - 부리 길이 by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분포 밀도 표시. Gentoo 분포 넓음. 진화적 차이 시각화.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13: 상관 히트맵</a:t>
            </a:r>
          </a:p>
        </p:txBody>
      </p:sp>
      <p:pic>
        <p:nvPicPr>
          <p:cNvPr descr="heatmap_co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플리퍼-몸무게 강한 양의 상관. 부리 길이-깊이 약한 부정. 다중공선성 검토.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14: 바 차트 - 섬별 개수</a:t>
            </a:r>
          </a:p>
        </p:txBody>
      </p:sp>
      <p:pic>
        <p:nvPicPr>
          <p:cNvPr descr="count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 차트 - 섬별 개수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Biscoe 168, Dream 124, Torgersen 52. Gentoo 집중. 기후 변화 연구 기초.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15: 박스플롯 - 몸무게 by 섬</a:t>
            </a:r>
          </a:p>
        </p:txBody>
      </p:sp>
      <p:pic>
        <p:nvPicPr>
          <p:cNvPr descr="box_body_mas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박스플롯 - 몸무게 by 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Biscoe 평균 높음. 섬별 자원 차이. 보존 우선순위 설정.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종과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Gentoo Biscoe 전용, Chinstrap Dream 전용. niche 분할. 보존 전략.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평균 몸무게 by 종과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3709.66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3688.39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3706.37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3733.09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5076.02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</a:t>
            </a:r>
            <a:r>
              <a:rPr/>
              <a:t>: Gentoo Biscoe 몸무게 높음. 영양 공급 차이. 기후 변화 영향 평가.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펭귄 데이터셋 분석 완료</a:t>
            </a:r>
          </a:p>
          <a:p>
            <a:pPr lvl="0"/>
            <a:r>
              <a:rPr/>
              <a:t>15개 시각화 및 인사이트 제공</a:t>
            </a:r>
          </a:p>
          <a:p>
            <a:pPr lvl="0"/>
            <a:r>
              <a:rPr/>
              <a:t>종별 생태적 차이 확인</a:t>
            </a:r>
          </a:p>
          <a:p>
            <a:pPr lvl="0"/>
            <a:r>
              <a:rPr/>
              <a:t>추가 연구 권장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2025-12-23T13:18:12Z</dcterms:created>
  <dcterms:modified xsi:type="dcterms:W3CDTF">2025-12-23T13:18:12Z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